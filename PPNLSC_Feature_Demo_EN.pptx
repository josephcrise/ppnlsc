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5.png"/><Relationship Id="rId8" Type="http://schemas.openxmlformats.org/officeDocument/2006/relationships/image" Target="../media/image-8-6.png"/><Relationship Id="rId9" Type="http://schemas.openxmlformats.org/officeDocument/2006/relationships/image" Target="../media/image-8-5.png"/><Relationship Id="rId10" Type="http://schemas.openxmlformats.org/officeDocument/2006/relationships/image" Target="../media/image-8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image" Target="../media/image-9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943600" cy="59436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0485F7">
              <a:alpha val="12000"/>
            </a:srgbClr>
          </a:solidFill>
          <a:ln/>
        </p:spPr>
      </p:sp>
      <p:pic>
        <p:nvPicPr>
          <p:cNvPr id="4" name="Image 0" descr="/sessions/funny-inspiring-hawking/mnt/PPNLSC-redeploy-v29 2/logo_ppnl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Management Platform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digital platform  •  Students  •  Attendance  •  Leave Requests  •  Memories  •  Automated Alerts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Total Center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web app replaces manual, paper-based record-keeping with a single digital system that every staff member can use — on a phone, tablet, or computer — anytime, with no additional software to install.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56432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 Cost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27064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0536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97696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97696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technology: Supabase (database + authentication + realtime + file storage) in a single service. No server to maintain, no separate app to install — it simply runs in a web browser.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Core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sessions/funny-inspiring-hawking/mnt/output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62" y="2005462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slideshow and quick-access shortcuts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0128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1296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sessions/funny-inspiring-hawking/mnt/outpu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50" y="2005462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3008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complete student records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71616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sessions/funny-inspiring-hawking/mnt/outputs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38" y="2005462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54496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weekly attendance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33104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34272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sessions/funny-inspiring-hawking/mnt/outputs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926" y="2005462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15984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15984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leave requests digitally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86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sessions/funny-inspiring-hawking/mnt/outputs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" y="3998854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List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31520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submitted requests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0128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11296" y="3886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sessions/funny-inspiring-hawking/mnt/outputs/icons/im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3950" y="3998854"/>
            <a:ext cx="286756" cy="2867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93008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93008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and video gallery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71616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72784" y="3886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6" descr="/sessions/funny-inspiring-hawking/mnt/outputs/icons/site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5438" y="3998854"/>
            <a:ext cx="286756" cy="2867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54496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254496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organization chart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33104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34272" y="3886200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41" name="Image 7" descr="/sessions/funny-inspiring-hawking/mnt/outputs/icons/mess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6926" y="3998854"/>
            <a:ext cx="286756" cy="2867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15984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015984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feedback directly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&amp; Photo Slideshow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Auto-Playing Photo/Video Slideshow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latest activity photos, auto-advancing every 4 seconds, with arrows and dots for manual navigation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793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9689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 Cards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90779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students and male/female counts, synced live from real data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73943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5701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Quick-Access Shortcut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6791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button for submitting a leave request instantly, with no menu navigation required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37960" y="1554480"/>
            <a:ext cx="5074920" cy="4709160"/>
          </a:xfrm>
          <a:prstGeom prst="roundRect">
            <a:avLst>
              <a:gd name="adj" fmla="val 233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739128" y="1755648"/>
            <a:ext cx="467258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/>
        </p:spPr>
      </p:sp>
      <p:pic>
        <p:nvPicPr>
          <p:cNvPr id="18" name="Image 3" descr="/sessions/funny-inspiring-hawking/mnt/PPNLSC-redeploy-v29 2/logo_ppnl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057400"/>
            <a:ext cx="1005840" cy="10058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3154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903720" y="3886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21" name="Text 15"/>
          <p:cNvSpPr/>
          <p:nvPr/>
        </p:nvSpPr>
        <p:spPr>
          <a:xfrm>
            <a:off x="690372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90372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412480" y="3886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24" name="Text 18"/>
          <p:cNvSpPr/>
          <p:nvPr/>
        </p:nvSpPr>
        <p:spPr>
          <a:xfrm>
            <a:off x="841248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41248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921240" y="3886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27" name="Text 21"/>
          <p:cNvSpPr/>
          <p:nvPr/>
        </p:nvSpPr>
        <p:spPr>
          <a:xfrm>
            <a:off x="992124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92124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903720" y="5074920"/>
            <a:ext cx="4343400" cy="777240"/>
          </a:xfrm>
          <a:prstGeom prst="roundRect">
            <a:avLst>
              <a:gd name="adj" fmla="val 47059"/>
            </a:avLst>
          </a:prstGeom>
          <a:solidFill>
            <a:srgbClr val="0485F7"/>
          </a:solidFill>
          <a:ln/>
        </p:spPr>
      </p:sp>
      <p:sp>
        <p:nvSpPr>
          <p:cNvPr id="30" name="Text 24"/>
          <p:cNvSpPr/>
          <p:nvPr/>
        </p:nvSpPr>
        <p:spPr>
          <a:xfrm>
            <a:off x="6903720" y="5074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Leave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STUDENTS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Directly In-Table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edit names, gender, add, or delete students instantly in the table — no separate form required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Add/Delete Instantly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"Add Male/Female Student" button creates a new row immediately; deletion always asks for confirmation first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Statistics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male, and female counts calculate and update themselves the moment anything changes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complete PDF of the student list in one click, for printing or archiving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92240" y="16002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48272" y="1856232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2" name="Image 4" descr="/sessions/funny-inspiring-hawking/mnt/outputs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142" y="1959102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View Only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748272" y="2423160"/>
            <a:ext cx="4608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visitors cannot edit any data. Clicking a cell shows a clear "not authorized" message.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92240" y="39319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748272" y="4187952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7" name="Image 5" descr="/sessions/funny-inspiring-hawking/mnt/outputs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142" y="4290822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6092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Full Access After Login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748272" y="4754880"/>
            <a:ext cx="4608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securely signing in, staff can edit, add, and delete data, with a colored status strip that clearly marks the table as "unlocked."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ATTENDANCE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Attendance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Selector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dropdown menu shows every Friday for the selected month, automatically populated for the current and past months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Status Marking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cell once to cycle through Present (P), Absent without permission (A), and Absent with permission (AP)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Table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calculated by absence count, listing each student's specific reasons for deeper tracking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Export Options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 ·  PDF  ·  Share via Telegram — built in for fast distribution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583680" y="1691640"/>
            <a:ext cx="5029200" cy="4709160"/>
          </a:xfrm>
          <a:prstGeom prst="roundRect">
            <a:avLst>
              <a:gd name="adj" fmla="val 194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903720" y="1947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Legend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903720" y="2404872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23" name="Text 17"/>
          <p:cNvSpPr/>
          <p:nvPr/>
        </p:nvSpPr>
        <p:spPr>
          <a:xfrm>
            <a:off x="6903720" y="24048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772400" y="24963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903720" y="3182112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D64545"/>
          </a:solidFill>
          <a:ln/>
        </p:spPr>
      </p:sp>
      <p:sp>
        <p:nvSpPr>
          <p:cNvPr id="26" name="Text 20"/>
          <p:cNvSpPr/>
          <p:nvPr/>
        </p:nvSpPr>
        <p:spPr>
          <a:xfrm>
            <a:off x="6903720" y="31821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(no permission)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903720" y="3959352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C9962C"/>
          </a:solidFill>
          <a:ln/>
        </p:spPr>
      </p:sp>
      <p:sp>
        <p:nvSpPr>
          <p:cNvPr id="29" name="Text 23"/>
          <p:cNvSpPr/>
          <p:nvPr/>
        </p:nvSpPr>
        <p:spPr>
          <a:xfrm>
            <a:off x="6903720" y="39593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772400" y="4050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(with permission)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90372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Friday Alert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903720" y="52120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server-side job runs automatically every Friday at 23:00 (Cambodia time), posting the names of absent students to the administration's Telegram channel — no browser required.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LEAVE REQUEST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Leave Request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Document Generation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information is typed, an A4-size letter is generated live on the right side — no waiting required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Every Role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Student, University Student, or Staff automatically swaps the info fields (class+school / year+major+university / department)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&amp; Notifies Instantly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saves the record to the database and instantly messages the admin and public channel on Telegram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Image or PDF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letter as PNG or PDF right away, without needing to save it to the database first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720840" y="1417320"/>
            <a:ext cx="3931920" cy="49377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95160" y="1737360"/>
            <a:ext cx="338328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16"/>
          <p:cNvSpPr/>
          <p:nvPr/>
        </p:nvSpPr>
        <p:spPr>
          <a:xfrm>
            <a:off x="699516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9516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______________________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995160" y="2871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☐ Student ☐ Univ. Student ☐ Staff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99516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Class/Major:  ___________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995160" y="3675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date:  __ / __ / ____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995160" y="40782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date:  __ / __ / ____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995160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 ______________________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995160" y="48828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995160" y="5669280"/>
            <a:ext cx="1645920" cy="457200"/>
          </a:xfrm>
          <a:prstGeom prst="roundRect">
            <a:avLst>
              <a:gd name="adj" fmla="val 60000"/>
            </a:avLst>
          </a:prstGeom>
          <a:solidFill>
            <a:srgbClr val="0485F7"/>
          </a:solidFill>
          <a:ln/>
        </p:spPr>
      </p:sp>
      <p:sp>
        <p:nvSpPr>
          <p:cNvPr id="31" name="Text 25"/>
          <p:cNvSpPr/>
          <p:nvPr/>
        </p:nvSpPr>
        <p:spPr>
          <a:xfrm>
            <a:off x="6995160" y="5669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732520" y="5669280"/>
            <a:ext cx="1645920" cy="457200"/>
          </a:xfrm>
          <a:prstGeom prst="roundRect">
            <a:avLst>
              <a:gd name="adj" fmla="val 60000"/>
            </a:avLst>
          </a:prstGeom>
          <a:solidFill>
            <a:srgbClr val="1B2A4A"/>
          </a:solidFill>
          <a:ln/>
        </p:spPr>
      </p:sp>
      <p:sp>
        <p:nvSpPr>
          <p:cNvPr id="33" name="Text 27"/>
          <p:cNvSpPr/>
          <p:nvPr/>
        </p:nvSpPr>
        <p:spPr>
          <a:xfrm>
            <a:off x="8732520" y="5669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PERMIT LIST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&amp; Review Leave Requests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Newest-First List View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leave request appears as an info card (name, role, reason, dates), sorted newest to oldest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 &amp; Re-Download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card to view the full letter, and download it as an image or PDF again anytime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Deletion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delete incorrect requests, always with a confirmation prompt beforehand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Sync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requests appear instantly on every device, with no page reload needed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537960" y="1600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20840" y="1783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4" descr="/sessions/funny-inspiring-hawking/mnt/outputs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399" y="1910639"/>
            <a:ext cx="311810" cy="3118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2360" y="17282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Sovanna Chan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452360" y="2075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Univ. Student  •  2 days ago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10881360" y="1847088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6" name="Image 5" descr="/sessions/funny-inspiring-hawking/mnt/outputs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4230" y="1949958"/>
            <a:ext cx="251460" cy="25146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53796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720840" y="2926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6" descr="/sessions/funny-inspiring-hawking/mnt/outputs/icons/filetex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399" y="3053639"/>
            <a:ext cx="311810" cy="31181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52360" y="28712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 Sok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7452360" y="3218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•  5 days ago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10881360" y="2990088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33" name="Image 7" descr="/sessions/funny-inspiring-hawking/mnt/outputs/icons/ey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4230" y="3092958"/>
            <a:ext cx="251460" cy="25146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537960" y="3886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720840" y="4069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8" descr="/sessions/funny-inspiring-hawking/mnt/outputs/icons/filetex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399" y="4196639"/>
            <a:ext cx="311810" cy="31181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52360" y="40142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Piseth Ly</a:t>
            </a:r>
            <a:endParaRPr lang="en-US" sz="1350" dirty="0"/>
          </a:p>
        </p:txBody>
      </p:sp>
      <p:sp>
        <p:nvSpPr>
          <p:cNvPr id="38" name="Text 27"/>
          <p:cNvSpPr/>
          <p:nvPr/>
        </p:nvSpPr>
        <p:spPr>
          <a:xfrm>
            <a:off x="7452360" y="4361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 •  1 week ago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10881360" y="4133088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40" name="Image 9" descr="/sessions/funny-inspiring-hawking/mnt/outputs/icons/ey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84230" y="4235958"/>
            <a:ext cx="251460" cy="25146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537960" y="51663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live with the "Permit List" tab, which stays in sync instantly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MEMORIES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&amp; Video Gallery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Multiple Media Files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upload several photos or videos at once, stored securely to cloud Storage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Lightbox View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photo opens an enlarged lightbox view, with a save link included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download button to save a photo/video, following each device's own sharing behavior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the Home Page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photos also appear instantly in the Home page slideshow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583680" y="16916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485F7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/sessions/funny-inspiring-hawking/mnt/outputs/icons/image.png">    </p:cNvPr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6999732" y="2107692"/>
            <a:ext cx="585216" cy="58521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165592" y="16916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C9962C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5" descr="/sessions/funny-inspiring-hawking/mnt/outputs/icons/image.png">    </p:cNvPr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8581644" y="2107692"/>
            <a:ext cx="585216" cy="58521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747504" y="16916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6" descr="/sessions/funny-inspiring-hawking/mnt/outputs/icons/image.png">    </p:cNvPr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0163556" y="2107692"/>
            <a:ext cx="585216" cy="585216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583680" y="327355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E9E5B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7" descr="/sessions/funny-inspiring-hawking/mnt/outputs/icons/image.png">    </p:cNvPr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6999732" y="3689604"/>
            <a:ext cx="585216" cy="58521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165592" y="327355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9257C6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8" descr="/sessions/funny-inspiring-hawking/mnt/outputs/icons/image.png">    </p:cNvPr>
          <p:cNvPicPr>
            <a:picLocks noChangeAspect="1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>
            <a:off x="8581644" y="3689604"/>
            <a:ext cx="585216" cy="585216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747504" y="327355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D64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9" descr="/sessions/funny-inspiring-hawking/mnt/outputs/icons/image.png">    </p:cNvPr>
          <p:cNvPicPr>
            <a:picLocks noChangeAspect="1"/>
          </p:cNvPicPr>
          <p:nvPr/>
        </p:nvPicPr>
        <p:blipFill>
          <a:blip r:embed="rId10">
            <a:alphaModFix amt="75000"/>
          </a:blip>
          <a:stretch>
            <a:fillRect/>
          </a:stretch>
        </p:blipFill>
        <p:spPr>
          <a:xfrm>
            <a:off x="10163556" y="3689604"/>
            <a:ext cx="585216" cy="58521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583680" y="4946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gallery grid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 &amp;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 &amp; 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sessions/funny-inspiring-hawking/mnt/outputs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Chart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displaying leadership and all committee members, with photos, roles, and rank order — static information that requires no login to view, ideal for introducing the organization to new visitors.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31720" y="40233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Director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91540" y="4754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485F7"/>
          </a:solidFill>
          <a:ln/>
        </p:spPr>
      </p:sp>
      <p:sp>
        <p:nvSpPr>
          <p:cNvPr id="12" name="Text 9"/>
          <p:cNvSpPr/>
          <p:nvPr/>
        </p:nvSpPr>
        <p:spPr>
          <a:xfrm>
            <a:off x="89154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Director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46020" y="4754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485F7"/>
          </a:solidFill>
          <a:ln/>
        </p:spPr>
      </p:sp>
      <p:sp>
        <p:nvSpPr>
          <p:cNvPr id="14" name="Text 11"/>
          <p:cNvSpPr/>
          <p:nvPr/>
        </p:nvSpPr>
        <p:spPr>
          <a:xfrm>
            <a:off x="244602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00500" y="4754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485F7"/>
          </a:solidFill>
          <a:ln/>
        </p:spPr>
      </p:sp>
      <p:sp>
        <p:nvSpPr>
          <p:cNvPr id="16" name="Text 13"/>
          <p:cNvSpPr/>
          <p:nvPr/>
        </p:nvSpPr>
        <p:spPr>
          <a:xfrm>
            <a:off x="400050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691640"/>
            <a:ext cx="5532120" cy="4343400"/>
          </a:xfrm>
          <a:prstGeom prst="roundRect">
            <a:avLst>
              <a:gd name="adj" fmla="val 210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19" name="Image 1" descr="/sessions/funny-inspiring-hawking/mnt/outputs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24" y="204368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40880" y="19659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55080" y="251460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form for submitting feedback (name optional, category, message). Clicking "Send Feedback" opens the user's own email client with the subject and body pre-filled — ensuring feedback is never lost, with no extra data stored. Direct contact links to Telegram and Messenger are also included.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55080" y="4663440"/>
            <a:ext cx="1539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23" name="Shape 19"/>
          <p:cNvSpPr/>
          <p:nvPr/>
        </p:nvSpPr>
        <p:spPr>
          <a:xfrm>
            <a:off x="6868668" y="4773168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4" name="Image 2" descr="/sessions/funny-inspiring-hawking/mnt/outputs/icons/m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882" y="4888382"/>
            <a:ext cx="281635" cy="28163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5349240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077200" y="4663440"/>
            <a:ext cx="1539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27" name="Shape 22"/>
          <p:cNvSpPr/>
          <p:nvPr/>
        </p:nvSpPr>
        <p:spPr>
          <a:xfrm>
            <a:off x="8590788" y="4773168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8" name="Image 3" descr="/sessions/funny-inspiring-hawking/mnt/outputs/icons/s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002" y="4888382"/>
            <a:ext cx="281635" cy="28163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077200" y="5349240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799320" y="4663440"/>
            <a:ext cx="1539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12908" y="4773168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32" name="Image 4" descr="/sessions/funny-inspiring-hawking/mnt/outputs/icons/message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122" y="4888382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99320" y="5349240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029200" cy="50292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Data Synchronization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platform's biggest strength: any data change — adding a student, marking attendance, submitting a leave request, or uploading a photo — appears instantly on every device that has the page open, with no "reload" required.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8" name="Image 0" descr="/sessions/funny-inspiring-hawking/mnt/outputs/icon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918" y="334441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edits 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81528" y="37490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2C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12" name="Shape 9"/>
          <p:cNvSpPr/>
          <p:nvPr/>
        </p:nvSpPr>
        <p:spPr>
          <a:xfrm>
            <a:off x="432054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13" name="Image 1" descr="/sessions/funny-inspiring-hawking/mnt/output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58" y="334441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database instantly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16168" y="37490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2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1792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18" name="Image 2" descr="/sessions/funny-inspiring-hawking/mnt/outputs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98" y="334441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connected device is notified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750808" y="37490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2C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905256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22" name="Shape 17"/>
          <p:cNvSpPr/>
          <p:nvPr/>
        </p:nvSpPr>
        <p:spPr>
          <a:xfrm>
            <a:off x="998982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3" name="Image 3" descr="/sessions/funny-inspiring-hawking/mnt/outputs/icons/smart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838" y="334441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1715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screens update themselves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 Login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sign in with email and password through an industry-standard authentication system (Supabase Auth)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87075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68833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99923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once, stay signed in across every tab, with the session refreshing automatically even after closing and reopening the browser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92231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73989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Strips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405079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editable table shows a clear "locked/unlocked" colored strip, so it's always obvious what state it's in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973879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79145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Data Protection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510235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policies determine exactly which users can read or edit which data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 &amp;  NOTIFICATIONS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Automated Alerts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PNG/PDF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(students, attendance, leave letters) can be downloaded as an image or PDF in one click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96219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7797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by Device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3090672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mobile, this opens the OS's native share sheet directly (save, send via Telegram/Messenger)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75120" y="1874520"/>
            <a:ext cx="566928" cy="566928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4" name="Image 2" descr="/sessions/funny-inspiring-hawking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679" y="200207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19202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Friday Alert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675120" y="26517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server-side job checks attendance automatically (no browser needed) every Friday at 23:00 (Cambodia time), then posts a summary of absent students to the administration's Telegram channel automatically.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675120" y="420624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24365C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0" y="4343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@ppnlsc_permission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858000" y="47091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Weekly Absentees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85800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Sovanna C. — no permission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Dara S. — with permission (sick)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110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sessions/funny-inspiring-hawking/mnt/outpu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253" y="2024253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84378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HTML/CSS/JavaScript, no heavy framework, no build step — fast to run and easy to maintain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9110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sessions/funny-inspiring-hawking/mnt/output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2024253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284378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database + authentication + realtime + file storage, all in one service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110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sessions/funny-inspiring-hawking/mnt/output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197" y="2024253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Engine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21040" y="284378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Realtime channels notify every connected device instantly whenever data changes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41330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sessions/funny-inspiring-hawking/mnt/outputs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53" y="4246245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47548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8096" y="5065776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on new leave requests, plus the automated weekly absentee report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91363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1330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sessions/funny-inspiring-hawking/mnt/outputs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4246245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7548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html2canvas + jsPDF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44568" y="5065776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HTML documents into images or PDFs directly in the browser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391363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1330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sessions/funny-inspiring-hawking/mnt/outputs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197" y="4246245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7548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21040" y="5065776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policies protect data according to each user's role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9260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5029200" cy="5029200"/>
          </a:xfrm>
          <a:prstGeom prst="ellipse">
            <a:avLst/>
          </a:prstGeom>
          <a:solidFill>
            <a:srgbClr val="0485F7">
              <a:alpha val="12000"/>
            </a:srgbClr>
          </a:solidFill>
          <a:ln/>
        </p:spPr>
      </p:sp>
      <p:pic>
        <p:nvPicPr>
          <p:cNvPr id="4" name="Image 0" descr="/sessions/funny-inspiring-hawking/mnt/PPNLSC-redeploy-v29 2/logo_ppnl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11887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taking the time to review our system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additional requests?  We would be happy to discuss.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 •  System Feature Demo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2026-07-31T04:14:53Z</dcterms:created>
  <dcterms:modified xsi:type="dcterms:W3CDTF">2026-07-31T04:14:53Z</dcterms:modified>
</cp:coreProperties>
</file>