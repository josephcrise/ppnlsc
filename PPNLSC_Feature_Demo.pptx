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5.png"/><Relationship Id="rId8" Type="http://schemas.openxmlformats.org/officeDocument/2006/relationships/image" Target="../media/image-8-6.png"/><Relationship Id="rId9" Type="http://schemas.openxmlformats.org/officeDocument/2006/relationships/image" Target="../media/image-8-5.png"/><Relationship Id="rId10" Type="http://schemas.openxmlformats.org/officeDocument/2006/relationships/image" Target="../media/image-8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1.png"/><Relationship Id="rId8" Type="http://schemas.openxmlformats.org/officeDocument/2006/relationships/image" Target="../media/image-9-1.png"/><Relationship Id="rId9" Type="http://schemas.openxmlformats.org/officeDocument/2006/relationships/image" Target="../media/image-9-1.png"/><Relationship Id="rId10" Type="http://schemas.openxmlformats.org/officeDocument/2006/relationships/image" Target="../media/image-9-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943600" cy="59436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0485F7">
              <a:alpha val="12000"/>
            </a:srgbClr>
          </a:solidFill>
          <a:ln/>
        </p:spPr>
      </p:sp>
      <p:pic>
        <p:nvPicPr>
          <p:cNvPr id="4" name="Image 0" descr="/sessions/funny-inspiring-hawking/mnt/PPNLSC-redeploy-v29 2/logo_ppnl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788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996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ការបង្ហាញលក្ខណៈពិសេសប្រព័ន្ធ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4224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 New Life Student Center — Digital Management Platform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4C8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ប្រព័ន្ធគ្រប់គ្រងឌីជីថលតែមួយ  •  សិស្ស  •  វត្តមាន  •  ច្បាប់  •  អនុស្សាវរីយ៍  •  ការជូនដំណឹងស្វ័យប្រវត្តិ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ទិដ្ឋភាពទូទៅ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ប្រព័ន្ធមួយ សម្រាប់រាល់ការគ្រប់គ្រងកណ្តាល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E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គេហទំព័រនេះជំនួសការកត់ត្រាដោយដៃ និងសៀវភៅក្រដាស ដោយប្រព័ន្ធឌីជីថលតែមួយ ដែលបុគ្គលិកគ្រប់រូបអាចប្រើប្រាស់ នៅលើទូរស័ព្ទ តាប់ឡិត ឬកុំព្យូទ័រ គ្រប់ពេលវេលា ដោយមិនចាំបាច់ដំឡើងកម្មវិធីបន្ថែម។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6791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៧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3558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មុខងារសំខាន់ៗ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19272" y="2514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56432" y="26791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០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56432" y="33558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តម្លៃដំឡើងកម្មវិធី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9904" y="2514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27064" y="26791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ភ្លាមៗ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27064" y="33558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ធ្វើសមកាលកម្មទិន្នន័យ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60536" y="25146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97696" y="267919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២៤/៧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997696" y="33558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ចូលប្រើបានគ្រប់ពេល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251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ស្នូលបច្ចេកវិទ្យា៖ Supabase (មូលដ្ឋានទិន្នន័យ + ការផ្ទៀងផ្ទាត់អត្តសញ្ញាណ + Realtime + ការផ្ទុកឯកសារ) ។ គ្មានការដំឡើងលើម៉ាស៊ីនមេ គ្មានកម្មវិធីដាច់ដោយឡែក — បើកគ្រាន់តែតាមរយៈកម្មវិធីរុករកតាមអ៊ីនធឺណិត។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  •  ការបង្ហាញលក្ខណៈពិសេសប្រព័ន្ធ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ផែនទីលក្ខណៈពិសេស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មុខងារសំខាន់ៗទាំង៧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sessions/funny-inspiring-hawking/mnt/outputs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462" y="2005462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328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ទំព័រដើម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843784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ស្លាយរូបភាព និងផ្លូវចូលរហ័ស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10128" y="169164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11296" y="189280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/sessions/funny-inspiring-hawking/mnt/outputs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950" y="2005462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5328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បញ្ជីសិស្ស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93008" y="2843784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គ្រប់គ្រងព័ត៌មានសិស្សពេញលេញ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71616" y="169164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72784" y="189280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/sessions/funny-inspiring-hawking/mnt/outputs/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438" y="2005462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25328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វត្តមាន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254496" y="2843784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តាមដានវត្តមានប្រចាំសប្តាហ៍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33104" y="169164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34272" y="189280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/sessions/funny-inspiring-hawking/mnt/outputs/icons/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6926" y="2005462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15984" y="25328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ប្រកាសសុំច្បាប់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015984" y="2843784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បំពេញពាក្យសុំច្បាប់ជាឌីជីថល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685032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8862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/sessions/funny-inspiring-hawking/mnt/outputs/icon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462" y="3998854"/>
            <a:ext cx="286756" cy="2867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52628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បញ្ជីច្បាប់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31520" y="483717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មើល និងគ្រប់គ្រងពាក្យសុំ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10128" y="3685032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11296" y="38862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/sessions/funny-inspiring-hawking/mnt/outputs/icons/im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3950" y="3998854"/>
            <a:ext cx="286756" cy="2867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93008" y="452628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អនុស្សាវរីយ៍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3493008" y="483717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វិចិត្រសាលរូបភាព/វីដេអូ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071616" y="3685032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72784" y="388620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6" name="Image 6" descr="/sessions/funny-inspiring-hawking/mnt/outputs/icons/sitema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5438" y="3998854"/>
            <a:ext cx="286756" cy="2867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54496" y="452628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រចនាសម្ព័ន្ធ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6254496" y="483717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តារាងអង្គការគណៈកម្មការ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833104" y="3685032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034272" y="3886200"/>
            <a:ext cx="512064" cy="512064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41" name="Image 7" descr="/sessions/funny-inspiring-hawking/mnt/outputs/icons/messa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6926" y="3998854"/>
            <a:ext cx="286756" cy="2867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15984" y="452628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មតិយោបល់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9015984" y="4837176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ED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ទទួលមតិត្រឡប់ដោយផ្ទាល់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  •  ការបង្ហាញលក្ខណៈពិសេសប្រព័ន្ធ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មុខងារទី១ — ទំព័រដើម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ទំព័រដើម និងស្លាយរូបភាព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ស្លាយរូបភាព/វីដេអូស្វ័យប្រវត្តិ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បង្ហាញរូបភាពសកម្មភាពចុងក្រោយ ដោយប្តូរដោយស្វ័យប្រវត្តិរៀងរាល់ ៤ វិនាទី ព្រមទាំងព្រួញ និងចំណុចរំកិលដោយដៃ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779319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59689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ប័ណ្ណស្ថិតិសង្ខេប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290779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បង្ហាញចំនួនសិស្សសរុប ប្រុស/ស្រី ដែលធ្វើសមកាលកម្មភ្លាមៗពីទិន្នន័យពិត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61188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sessions/funny-inspiring-hawking/mnt/outputs/icons/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739439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55701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ផ្លូវចូលរហ័ស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16736" y="386791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ប៊ូតុងកណ្តាលសម្រាប់ស្នើសុំច្បាប់ភ្លាមៗ ដោយមិនចាំបាច់រុករកតាមម៉ឺនុយ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537960" y="1554480"/>
            <a:ext cx="5074920" cy="4709160"/>
          </a:xfrm>
          <a:prstGeom prst="roundRect">
            <a:avLst>
              <a:gd name="adj" fmla="val 233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739128" y="1755648"/>
            <a:ext cx="4672584" cy="4306824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/>
        </p:spPr>
      </p:sp>
      <p:pic>
        <p:nvPicPr>
          <p:cNvPr id="18" name="Image 3" descr="/sessions/funny-inspiring-hawking/mnt/PPNLSC-redeploy-v29 2/logo_ppnls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2057400"/>
            <a:ext cx="1005840" cy="10058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03720" y="31546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903720" y="3886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</p:sp>
      <p:sp>
        <p:nvSpPr>
          <p:cNvPr id="21" name="Text 15"/>
          <p:cNvSpPr/>
          <p:nvPr/>
        </p:nvSpPr>
        <p:spPr>
          <a:xfrm>
            <a:off x="690372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១២៤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903720" y="4389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សិស្សសរុប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8412480" y="3886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</p:sp>
      <p:sp>
        <p:nvSpPr>
          <p:cNvPr id="24" name="Text 18"/>
          <p:cNvSpPr/>
          <p:nvPr/>
        </p:nvSpPr>
        <p:spPr>
          <a:xfrm>
            <a:off x="841248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៦៨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8412480" y="4389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ប្រុស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9921240" y="3886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/>
        </p:spPr>
      </p:sp>
      <p:sp>
        <p:nvSpPr>
          <p:cNvPr id="27" name="Text 21"/>
          <p:cNvSpPr/>
          <p:nvPr/>
        </p:nvSpPr>
        <p:spPr>
          <a:xfrm>
            <a:off x="9921240" y="39776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៥៦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921240" y="4389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ស្រី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6903720" y="5074920"/>
            <a:ext cx="4343400" cy="777240"/>
          </a:xfrm>
          <a:prstGeom prst="roundRect">
            <a:avLst>
              <a:gd name="adj" fmla="val 47059"/>
            </a:avLst>
          </a:prstGeom>
          <a:solidFill>
            <a:srgbClr val="0485F7"/>
          </a:solidFill>
          <a:ln/>
        </p:spPr>
      </p:sp>
      <p:sp>
        <p:nvSpPr>
          <p:cNvPr id="30" name="Text 24"/>
          <p:cNvSpPr/>
          <p:nvPr/>
        </p:nvSpPr>
        <p:spPr>
          <a:xfrm>
            <a:off x="6903720" y="50749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ស្នើសុំច្បាប់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  •  ការបង្ហាញលក្ខណៈពិសេសប្រព័ន្ធ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មុខងារទី២ — បញ្ជីសិស្ស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ការគ្រប់គ្រងបញ្ជីសិស្ស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កែសម្រួលដោយផ្ទាល់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4626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បុគ្គលិកអាចកែឈ្មោះ ភេទ បន្ថែម ឬលុបសិស្សបានភ្លាមៗលើតារាង គ្មានទម្រង់បំពេញដាច់ដោយឡែក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75188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569464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បន្ថែម/លុបភ្លាមៗ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2880360"/>
            <a:ext cx="4626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ប៊ូតុង "បន្ថែមសិស្សប្រុស/ស្រី" បង្កើតជួរថ្មីភ្លាមៗ ការលុបមានការបញ្ជាក់សុវត្ថិភាពជាមុន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sessions/funny-inspiring-hawking/mnt/output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68457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502152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ស្ថិតិដោយស្វ័យប្រវត្តិ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16736" y="3813048"/>
            <a:ext cx="4626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ចំនួនសរុប ប្រុស ស្រី គណនា និងធ្វើបច្ចុប្បន្នភាពដោយខ្លួនឯងគ្រប់ពេលមានការផ្លាស់ប្តូរ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3" descr="/sessions/funny-inspiring-hawking/mnt/outputs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461726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6736" y="4434840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នាំចេញជា PDF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16736" y="4745736"/>
            <a:ext cx="4626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បង្កើតឯកសារ PDF នៃបញ្ជីសិស្សពេញលេញក្នុងចុចតែមួយ សម្រាប់បោះពុម្ព ឬរក្សាទុក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92240" y="160020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748272" y="1856232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22" name="Image 4" descr="/sessions/funny-inspiring-hawking/mnt/outputs/icons/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142" y="1959102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6092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សាធារណៈ — មើលបានតែប៉ុណ្ណោះ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748272" y="2423160"/>
            <a:ext cx="4608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អ្នកទស្សនាទូទៅមិនអាចកែប្រែទិន្នន័យបានទេ ការចុចលើក្រឡានឹងបង្ហាញសារ "គ្មានសិទ្ធិ"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492240" y="393192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748272" y="4187952"/>
            <a:ext cx="457200" cy="45720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27" name="Image 5" descr="/sessions/funny-inspiring-hawking/mnt/outputs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1142" y="4290822"/>
            <a:ext cx="251460" cy="2514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36092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បុគ្គលិក — សិទ្ធិពេញលេញក្រោយចូល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6748272" y="4754880"/>
            <a:ext cx="46085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ED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ក្រោយចូលគណនីដោយសុវត្ថិភាព បុគ្គលិកអាចកែ បន្ថែម និងលុបទិន្នន័យបាន ដោយមានគែមពណ៌បញ្ជាក់ស្ថានភាព "ដោះសោ"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  •  ការបង្ហាញលក្ខណៈពិសេសប្រព័ន្ធ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មុខងារទី៣ — វត្តមាន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តាមដានវត្តមានប្រចាំសប្តាហ៍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ជ្រើសរើសខែ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ម៉ឺនុយទាញចុះជ្រើសខែ បង្ហាញថ្ងៃសុក្រនីមួយៗ ដោយស្វ័យប្រវត្តិទាំងខែបច្ចុប្បន្ន និងខែមុនៗ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75188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56946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សម្គាល់ស្ថានភាពរហ័ស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2880360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ចុចលើក្រឡាតែម្តង ដើម្បីប្តូររវាង វត្តមាន (P) អវត្តមានគ្មានច្បាប់ (A) និងអវត្តមានមានច្បាប់ (AP)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sessions/funny-inspiring-hawking/mnt/outputs/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68457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50215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តារាងចំណាត់ថ្នាក់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16736" y="381304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គណនាដោយស្វ័យប្រវត្តិ តាមចំនួនអវត្តមាន ព្រមទាំងមូលហេតុនីមួយៗសម្រាប់តាមដានស៊ីជម្រៅ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3" descr="/sessions/funny-inspiring-hawking/mnt/outputs/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461726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6736" y="443484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នាំចេញ ៣ មធ្យោបាយ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16736" y="4745736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រូបភាព  ·  PDF  ·  ចែករំលែកតាម Telegram — ដោយស្វ័យប្រវត្តិសម្រាប់ការចែកចាយរហ័ស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583680" y="1691640"/>
            <a:ext cx="5029200" cy="4709160"/>
          </a:xfrm>
          <a:prstGeom prst="roundRect">
            <a:avLst>
              <a:gd name="adj" fmla="val 1942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903720" y="19476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និមិត្តសញ្ញាស្ថានភាព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903720" y="2404872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2E9E5B"/>
          </a:solidFill>
          <a:ln/>
        </p:spPr>
      </p:sp>
      <p:sp>
        <p:nvSpPr>
          <p:cNvPr id="23" name="Text 17"/>
          <p:cNvSpPr/>
          <p:nvPr/>
        </p:nvSpPr>
        <p:spPr>
          <a:xfrm>
            <a:off x="6903720" y="24048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772400" y="24963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វត្តមាន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903720" y="3182112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D64545"/>
          </a:solidFill>
          <a:ln/>
        </p:spPr>
      </p:sp>
      <p:sp>
        <p:nvSpPr>
          <p:cNvPr id="26" name="Text 20"/>
          <p:cNvSpPr/>
          <p:nvPr/>
        </p:nvSpPr>
        <p:spPr>
          <a:xfrm>
            <a:off x="6903720" y="318211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772400" y="32735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អវត្តមាន (គ្មានច្បាប់)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903720" y="3959352"/>
            <a:ext cx="731520" cy="548640"/>
          </a:xfrm>
          <a:prstGeom prst="roundRect">
            <a:avLst>
              <a:gd name="adj" fmla="val 16667"/>
            </a:avLst>
          </a:prstGeom>
          <a:solidFill>
            <a:srgbClr val="C9962C"/>
          </a:solidFill>
          <a:ln/>
        </p:spPr>
      </p:sp>
      <p:sp>
        <p:nvSpPr>
          <p:cNvPr id="29" name="Text 23"/>
          <p:cNvSpPr/>
          <p:nvPr/>
        </p:nvSpPr>
        <p:spPr>
          <a:xfrm>
            <a:off x="6903720" y="39593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AP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772400" y="40507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អវត្តមាន (មានច្បាប់)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903720" y="4846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ការជូនដំណឹងស្វ័យប្រវត្តិរៀងរាល់ថ្ងៃសុក្រ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903720" y="52120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ប្រព័ន្ធផ្ញើសារ Telegram ដោយស្វ័យប្រវត្តិទៅកាន់ឆានែលរដ្ឋបាល រៀងរាល់ថ្ងៃសុក្រម៉ោង ២៣:០០ បង្ហាញឈ្មោះសិស្សអវត្តមាន — គ្មានតម្រូវការបើកកម្មវិធីរុករកឡើយ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  •  ការបង្ហាញលក្ខណៈពិសេសប្រព័ន្ធ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មុខងារទី៤ — ប្រកាសសុំច្បាប់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ទម្រង់សុំច្បាប់ឌីជីថល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បង្កើតឯកសារភ្លាមៗ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ខណៈវាយបញ្ចូលព័ត៌មាន លិខិតទំហំ A4 ត្រូវបានបង្កើតជាមុនភ្លាមៗនៅផ្នែកខាងស្តាំ គ្មានការចាំរង់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75188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56946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ត្រូវនឹងគ្រប់តួនាទី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2880360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ជម្រើសតួនាទី សិស្ស និស្សិត ឬបុគ្គលិក ប្តូរប្រអប់ព័ត៌មានដោយស្វ័យប្រវត្តិ (ថ្នាក់+សាលា / ឆ្នាំ+មុខជំនាញ+សាកលវិទ្យាល័យ / នាយកដ្ឋាន)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sessions/funny-inspiring-hawking/mnt/outputs/icons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68457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50215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រក្សាទុក និងជូនដំណឹងភ្លាមៗ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16736" y="381304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ការដាក់ស្នើរក្សាទុកទៅមូលដ្ឋានទិន្នន័យ ព្រមទាំងផ្ញើសារ Telegram ទៅអ្នកគ្រប់គ្រង និងឆានែលសាធារណៈភ្លាមៗ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3" descr="/sessions/funny-inspiring-hawking/mnt/outputs/icons/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461726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6736" y="443484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នាំចេញជារូបភាព ឬ PDF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16736" y="4745736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ទាញយកលិខិតជា PNG ឬ PDF បានភ្លាមៗ ដោយមិនចាំបាច់រក្សាទុកទៅមូលដ្ឋានទិន្នន័យជាមុន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720840" y="1417320"/>
            <a:ext cx="3931920" cy="4937760"/>
          </a:xfrm>
          <a:prstGeom prst="roundRect">
            <a:avLst>
              <a:gd name="adj" fmla="val 1163"/>
            </a:avLst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995160" y="1737360"/>
            <a:ext cx="338328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16"/>
          <p:cNvSpPr/>
          <p:nvPr/>
        </p:nvSpPr>
        <p:spPr>
          <a:xfrm>
            <a:off x="6995160" y="1874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ពាក្យសុំច្បាប់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995160" y="2468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ឈ្មោះ​៖ ______________________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995160" y="28712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តួនាទី​៖ ☐ សិស្ស ☐ និស្សិត ☐ បុគ្គលិក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995160" y="3273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ថ្នាក់/មុខជំនាញ​៖ ___________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995160" y="36758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ចាប់ពីថ្ងៃទី​៖ __ / __ / ____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995160" y="40782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ដល់ថ្ងៃទី​៖ __ / __ / ____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995160" y="4480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មូលហេតុ​៖ ______________________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995160" y="48828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C1E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______________________________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995160" y="5669280"/>
            <a:ext cx="1645920" cy="457200"/>
          </a:xfrm>
          <a:prstGeom prst="roundRect">
            <a:avLst>
              <a:gd name="adj" fmla="val 60000"/>
            </a:avLst>
          </a:prstGeom>
          <a:solidFill>
            <a:srgbClr val="0485F7"/>
          </a:solidFill>
          <a:ln/>
        </p:spPr>
      </p:sp>
      <p:sp>
        <p:nvSpPr>
          <p:cNvPr id="31" name="Text 25"/>
          <p:cNvSpPr/>
          <p:nvPr/>
        </p:nvSpPr>
        <p:spPr>
          <a:xfrm>
            <a:off x="6995160" y="5669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រូបភាព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732520" y="5669280"/>
            <a:ext cx="1645920" cy="457200"/>
          </a:xfrm>
          <a:prstGeom prst="roundRect">
            <a:avLst>
              <a:gd name="adj" fmla="val 60000"/>
            </a:avLst>
          </a:prstGeom>
          <a:solidFill>
            <a:srgbClr val="1B2A4A"/>
          </a:solidFill>
          <a:ln/>
        </p:spPr>
      </p:sp>
      <p:sp>
        <p:nvSpPr>
          <p:cNvPr id="33" name="Text 27"/>
          <p:cNvSpPr/>
          <p:nvPr/>
        </p:nvSpPr>
        <p:spPr>
          <a:xfrm>
            <a:off x="8732520" y="5669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PDF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  •  ការបង្ហាញលក្ខណៈពិសេសប្រព័ន្ធ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មុខងារទី៥ — បញ្ជីច្បាប់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គ្រប់គ្រង និងត្រួតពិនិត្យពាក្យសុំច្បាប់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ការមើលបញ្ជីតាមលំដាប់ថ្មីៗ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ពាក្យសុំច្បាប់ទាំងអស់បង្ហាញជាកាតព័ត៌មាន (ឈ្មោះ តួនាទី មូលហេតុ កាលបរិច្ឆេទ) តាមលំដាប់ពីថ្មីទៅចាស់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75188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56946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មើលលម្អិត និងទាញយកម្តងទៀត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2880360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ចុចលើកាតដើម្បីមើលលិខិតពេញលេញ ព្រមទាំងទាញយកជារូបភាព ឬ PDF ម្តងទៀតគ្រប់ពេលដែលចង់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sessions/funny-inspiring-hawking/mnt/outputs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68457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50215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លុបដោយសុវត្ថិភាព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16736" y="381304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អ្នកគ្រប់គ្រងអាចលុបពាក្យសុំដែលមិនត្រឹមត្រូវ ដោយមានការបញ្ជាក់ជាមុនរាល់ពេល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3" descr="/sessions/funny-inspiring-hawking/mnt/outputs/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461726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6736" y="443484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ធ្វើសមកាលកម្មភ្លាមៗ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16736" y="4745736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ពាក្យសុំថ្មីលេចឡើងភ្លាមៗលើគ្រប់ឧបករណ៍ ដោយមិនចាំបាច់ផ្ទុកទំព័រឡើងវិញ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537960" y="16002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720840" y="178308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2" name="Image 4" descr="/sessions/funny-inspiring-hawking/mnt/outputs/icons/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399" y="1910639"/>
            <a:ext cx="311810" cy="31181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52360" y="172821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សុវណ្ណា ចាន់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7452360" y="20756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និស្សិត  •  ២ ថ្ងៃមុន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10881360" y="1847088"/>
            <a:ext cx="457200" cy="45720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26" name="Image 5" descr="/sessions/funny-inspiring-hawking/mnt/outputs/icons/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4230" y="1949958"/>
            <a:ext cx="251460" cy="25146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537960" y="27432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6720840" y="292608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9" name="Image 6" descr="/sessions/funny-inspiring-hawking/mnt/outputs/icons/filetex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8399" y="3053639"/>
            <a:ext cx="311810" cy="31181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452360" y="287121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ដារ៉ា សុខ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7452360" y="32186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សិស្ស  •  ៥ ថ្ងៃមុន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10881360" y="2990088"/>
            <a:ext cx="457200" cy="45720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33" name="Image 7" descr="/sessions/funny-inspiring-hawking/mnt/outputs/icons/ey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4230" y="3092958"/>
            <a:ext cx="251460" cy="251460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6537960" y="38862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720840" y="406908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6" name="Image 8" descr="/sessions/funny-inspiring-hawking/mnt/outputs/icons/filetex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8399" y="4196639"/>
            <a:ext cx="311810" cy="31181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452360" y="401421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ពិសិដ្ឋ លី</a:t>
            </a:r>
            <a:endParaRPr lang="en-US" sz="1350" dirty="0"/>
          </a:p>
        </p:txBody>
      </p:sp>
      <p:sp>
        <p:nvSpPr>
          <p:cNvPr id="38" name="Text 27"/>
          <p:cNvSpPr/>
          <p:nvPr/>
        </p:nvSpPr>
        <p:spPr>
          <a:xfrm>
            <a:off x="7452360" y="436168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បុគ្គលិក  •  ១ សប្តាហ៍មុន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10881360" y="4133088"/>
            <a:ext cx="457200" cy="45720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40" name="Image 9" descr="/sessions/funny-inspiring-hawking/mnt/outputs/icons/ey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84230" y="4235958"/>
            <a:ext cx="251460" cy="25146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537960" y="51663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ភ្ជាប់ជាមួយបញ្ជីនៅផ្ទាំង "បញ្ជីច្បាប់" ដែលធ្វើសមកាលកម្មភ្លាមៗ</a:t>
            </a:r>
            <a:endParaRPr lang="en-US" sz="1100" dirty="0"/>
          </a:p>
        </p:txBody>
      </p:sp>
      <p:sp>
        <p:nvSpPr>
          <p:cNvPr id="4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  •  ការបង្ហាញលក្ខណៈពិសេសប្រព័ន្ធ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មុខងារទី៦ — អនុស្សាវរីយ៍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វិចិត្រសាលរូបភាព និងវីដេអូ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បង្ហោះឯកសារពហុមេឌា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បុគ្គលិកអាចបង្ហោះរូបភាព ឬវីដេអូជាច្រើនក្នុងពេលតែមួយ ដោយផ្ទុកសុវត្ថិភាពទៅកាន់ Storage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75188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569464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ក្រឡាចត្រង្គ និងផ្ទាំងពង្រីក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2880360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ការចុចលើរូបភាពណាមួយបើកបង្អួចពង្រីកមើលបានច្បាស់ ព្រមទាំងតំណរក្សាទុក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sessions/funny-inspiring-hawking/mnt/outputs/icons/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68457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502152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ទាញយកមួយចុច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16736" y="3813048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ចុចប៊ូតុងទាញយក ដើម្បីរក្សាទុករូបភាព/វីដេអូ ស្របតាមមុខងារចែករំលែករបស់ឧបករណ៍នីមួយៗ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3" descr="/sessions/funny-inspiring-hawking/mnt/outputs/icons/im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461726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6736" y="4434840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ភ្ជាប់ជាមួយទំព័រដើម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16736" y="4745736"/>
            <a:ext cx="4718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រូបភាពថ្មីៗលេចឡើងភ្លាមៗនៅក្នុងស្លាយរូបភាពនៃទំព័រដើមផងដែរ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583680" y="169164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0485F7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/sessions/funny-inspiring-hawking/mnt/outputs/icons/image.png">    </p:cNvPr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6999732" y="2107692"/>
            <a:ext cx="585216" cy="58521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8165592" y="169164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C9962C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3" name="Image 5" descr="/sessions/funny-inspiring-hawking/mnt/outputs/icons/image.png">    </p:cNvPr>
          <p:cNvPicPr>
            <a:picLocks noChangeAspect="1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8581644" y="2107692"/>
            <a:ext cx="585216" cy="585216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747504" y="169164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5" name="Image 6" descr="/sessions/funny-inspiring-hawking/mnt/outputs/icons/image.png">    </p:cNvPr>
          <p:cNvPicPr>
            <a:picLocks noChangeAspect="1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>
            <a:off x="10163556" y="2107692"/>
            <a:ext cx="585216" cy="585216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6583680" y="3273552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2E9E5B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7" name="Image 7" descr="/sessions/funny-inspiring-hawking/mnt/outputs/icons/image.png">    </p:cNvPr>
          <p:cNvPicPr>
            <a:picLocks noChangeAspect="1"/>
          </p:cNvPicPr>
          <p:nvPr/>
        </p:nvPicPr>
        <p:blipFill>
          <a:blip r:embed="rId8">
            <a:alphaModFix amt="75000"/>
          </a:blip>
          <a:stretch>
            <a:fillRect/>
          </a:stretch>
        </p:blipFill>
        <p:spPr>
          <a:xfrm>
            <a:off x="6999732" y="3689604"/>
            <a:ext cx="585216" cy="585216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8165592" y="3273552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9257C6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29" name="Image 8" descr="/sessions/funny-inspiring-hawking/mnt/outputs/icons/image.png">    </p:cNvPr>
          <p:cNvPicPr>
            <a:picLocks noChangeAspect="1"/>
          </p:cNvPicPr>
          <p:nvPr/>
        </p:nvPicPr>
        <p:blipFill>
          <a:blip r:embed="rId9">
            <a:alphaModFix amt="75000"/>
          </a:blip>
          <a:stretch>
            <a:fillRect/>
          </a:stretch>
        </p:blipFill>
        <p:spPr>
          <a:xfrm>
            <a:off x="8581644" y="3689604"/>
            <a:ext cx="585216" cy="585216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747504" y="3273552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D64545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pic>
        <p:nvPicPr>
          <p:cNvPr id="31" name="Image 9" descr="/sessions/funny-inspiring-hawking/mnt/outputs/icons/image.png">    </p:cNvPr>
          <p:cNvPicPr>
            <a:picLocks noChangeAspect="1"/>
          </p:cNvPicPr>
          <p:nvPr/>
        </p:nvPicPr>
        <p:blipFill>
          <a:blip r:embed="rId10">
            <a:alphaModFix amt="75000"/>
          </a:blip>
          <a:stretch>
            <a:fillRect/>
          </a:stretch>
        </p:blipFill>
        <p:spPr>
          <a:xfrm>
            <a:off x="10163556" y="3689604"/>
            <a:ext cx="585216" cy="585216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583680" y="49469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ឧទាហរណ៍ក្រឡាចត្រង្គវិចិត្រសាល</a:t>
            </a:r>
            <a:endParaRPr lang="en-US" sz="1100" dirty="0"/>
          </a:p>
        </p:txBody>
      </p:sp>
      <p:sp>
        <p:nvSpPr>
          <p:cNvPr id="3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  •  ការបង្ហាញលក្ខណៈពិសេសប្រព័ន្ធ</a:t>
            </a:r>
            <a:endParaRPr lang="en-US" sz="900" dirty="0"/>
          </a:p>
        </p:txBody>
      </p:sp>
      <p:sp>
        <p:nvSpPr>
          <p:cNvPr id="34" name="Text 2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មុខងារទី៧ និងទី៨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រចនាសម្ព័ន្ធអង្គការ  &amp;  មតិយោបល់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34340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sessions/funny-inspiring-hawking/mnt/outputs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0436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65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រចនាសម្ព័ន្ធអង្គការ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តារាងបង្ហាញថ្នាក់ដឹកនាំ និងសមាជិកគណៈកម្មការទាំងអស់ ព្រមទាំងរូបថត តួនាទី និងឋានៈជាក្រម — ជាព័ត៌មានឋិតិវន្ត មិនត្រូវការចូលគណនីដើម្បីមើលទេ សមស្របសម្រាប់ការណែនាំអង្គការទៅភ្ញៀវថ្មី។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331720" y="402336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2331720" y="4023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ប្រធានមណ្ឌល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91540" y="475488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0485F7"/>
          </a:solidFill>
          <a:ln/>
        </p:spPr>
      </p:sp>
      <p:sp>
        <p:nvSpPr>
          <p:cNvPr id="12" name="Text 9"/>
          <p:cNvSpPr/>
          <p:nvPr/>
        </p:nvSpPr>
        <p:spPr>
          <a:xfrm>
            <a:off x="891540" y="4754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អនុប្រធាន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46020" y="475488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0485F7"/>
          </a:solidFill>
          <a:ln/>
        </p:spPr>
      </p:sp>
      <p:sp>
        <p:nvSpPr>
          <p:cNvPr id="14" name="Text 11"/>
          <p:cNvSpPr/>
          <p:nvPr/>
        </p:nvSpPr>
        <p:spPr>
          <a:xfrm>
            <a:off x="2446020" y="4754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លេខាធិការ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00500" y="475488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0485F7"/>
          </a:solidFill>
          <a:ln/>
        </p:spPr>
      </p:sp>
      <p:sp>
        <p:nvSpPr>
          <p:cNvPr id="16" name="Text 13"/>
          <p:cNvSpPr/>
          <p:nvPr/>
        </p:nvSpPr>
        <p:spPr>
          <a:xfrm>
            <a:off x="4000500" y="47548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រតនាបាល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80760" y="1691640"/>
            <a:ext cx="5532120" cy="4343400"/>
          </a:xfrm>
          <a:prstGeom prst="roundRect">
            <a:avLst>
              <a:gd name="adj" fmla="val 2105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55080" y="1920240"/>
            <a:ext cx="548640" cy="54864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19" name="Image 1" descr="/sessions/funny-inspiring-hawking/mnt/outputs/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524" y="2043684"/>
            <a:ext cx="301752" cy="30175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040880" y="19659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មតិយោបល់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355080" y="251460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ED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ទម្រង់សាមញ្ញសម្រាប់ជូនមតិ (ឈ្មោះជាជម្រើស ប្រភេទ សារ) ។ ចុច "ផ្ញើមតិយោបល់" បើកកម្មវិធីអ៊ីមែលរបស់អ្នកប្រើ ដោយបំពេញប្រធានបទ និងខ្លឹមសារជាមុន — ធានាថាមតិមិនត្រូវបានបាត់បង់ ដោយមិនចាំបាច់រក្សាទុកទិន្នន័យបន្ថែម។ ក៏មានតំណទំនាក់ទំនងផ្ទាល់ទៅ Telegram និង Messenger ផងដែរ។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355080" y="4663440"/>
            <a:ext cx="1539240" cy="1051560"/>
          </a:xfrm>
          <a:prstGeom prst="roundRect">
            <a:avLst>
              <a:gd name="adj" fmla="val 6957"/>
            </a:avLst>
          </a:prstGeom>
          <a:solidFill>
            <a:srgbClr val="24365C"/>
          </a:solidFill>
          <a:ln/>
        </p:spPr>
      </p:sp>
      <p:sp>
        <p:nvSpPr>
          <p:cNvPr id="23" name="Shape 19"/>
          <p:cNvSpPr/>
          <p:nvPr/>
        </p:nvSpPr>
        <p:spPr>
          <a:xfrm>
            <a:off x="6868668" y="4773168"/>
            <a:ext cx="512064" cy="512064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24" name="Image 2" descr="/sessions/funny-inspiring-hawking/mnt/outputs/icons/m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882" y="4888382"/>
            <a:ext cx="281635" cy="28163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5349240"/>
            <a:ext cx="153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អ៊ីមែល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077200" y="4663440"/>
            <a:ext cx="1539240" cy="1051560"/>
          </a:xfrm>
          <a:prstGeom prst="roundRect">
            <a:avLst>
              <a:gd name="adj" fmla="val 6957"/>
            </a:avLst>
          </a:prstGeom>
          <a:solidFill>
            <a:srgbClr val="24365C"/>
          </a:solidFill>
          <a:ln/>
        </p:spPr>
      </p:sp>
      <p:sp>
        <p:nvSpPr>
          <p:cNvPr id="27" name="Shape 22"/>
          <p:cNvSpPr/>
          <p:nvPr/>
        </p:nvSpPr>
        <p:spPr>
          <a:xfrm>
            <a:off x="8590788" y="4773168"/>
            <a:ext cx="512064" cy="512064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28" name="Image 3" descr="/sessions/funny-inspiring-hawking/mnt/outputs/icons/s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6002" y="4888382"/>
            <a:ext cx="281635" cy="28163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077200" y="5349240"/>
            <a:ext cx="153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Telegram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799320" y="4663440"/>
            <a:ext cx="1539240" cy="1051560"/>
          </a:xfrm>
          <a:prstGeom prst="roundRect">
            <a:avLst>
              <a:gd name="adj" fmla="val 6957"/>
            </a:avLst>
          </a:prstGeom>
          <a:solidFill>
            <a:srgbClr val="24365C"/>
          </a:solidFill>
          <a:ln/>
        </p:spPr>
      </p:sp>
      <p:sp>
        <p:nvSpPr>
          <p:cNvPr id="31" name="Shape 25"/>
          <p:cNvSpPr/>
          <p:nvPr/>
        </p:nvSpPr>
        <p:spPr>
          <a:xfrm>
            <a:off x="10312908" y="4773168"/>
            <a:ext cx="512064" cy="512064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32" name="Image 4" descr="/sessions/funny-inspiring-hawking/mnt/outputs/icons/message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8122" y="4888382"/>
            <a:ext cx="281635" cy="28163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799320" y="5349240"/>
            <a:ext cx="153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Messenger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  •  ការបង្ហាញលក្ខណៈពិសេសប្រព័ន្ធ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029200" cy="50292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96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លក្ខណៈពិសេសសំខាន់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ការធ្វើសមកាលកម្មទិន្នន័យភ្លាមៗ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4E8F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នេះជាចំណុចខ្លាំងបំផុតរបស់ប្រព័ន្ធ៖ រាល់ការផ្លាស់ប្តូរទិន្នន័យណាមួយ — បន្ថែមសិស្ស សម្គាល់វត្តមាន ដាក់ស្នើពាក្យសុំច្បាប់ ឬបង្ហោះរូបភាព — នឹងបង្ហាញភ្លាមៗលើគ្រប់ឧបករណ៍ដែលកំពុងបើកទំព័រនេះ ដោយមិនចាំបាច់ចុច "ផ្ទុកឡើងវិញ" ឡើយ។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4365C"/>
          </a:solidFill>
          <a:ln/>
        </p:spPr>
      </p:sp>
      <p:sp>
        <p:nvSpPr>
          <p:cNvPr id="7" name="Shape 5"/>
          <p:cNvSpPr/>
          <p:nvPr/>
        </p:nvSpPr>
        <p:spPr>
          <a:xfrm>
            <a:off x="1485900" y="3200400"/>
            <a:ext cx="640080" cy="64008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8" name="Image 0" descr="/sessions/funny-inspiring-hawking/mnt/outputs/icons/refre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9918" y="3344418"/>
            <a:ext cx="352044" cy="352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406908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ឧបករណ៍ A កែប្រែទិន្នន័យ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81528" y="37490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962C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83280" y="28803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4365C"/>
          </a:solidFill>
          <a:ln/>
        </p:spPr>
      </p:sp>
      <p:sp>
        <p:nvSpPr>
          <p:cNvPr id="12" name="Shape 9"/>
          <p:cNvSpPr/>
          <p:nvPr/>
        </p:nvSpPr>
        <p:spPr>
          <a:xfrm>
            <a:off x="4320540" y="3200400"/>
            <a:ext cx="640080" cy="64008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13" name="Image 1" descr="/sessions/funny-inspiring-hawking/mnt/outputs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558" y="3344418"/>
            <a:ext cx="352044" cy="3520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406908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ផ្ញើទៅមូលដ្ឋានទិន្នន័យភ្លាមៗ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16168" y="37490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962C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217920" y="28803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4365C"/>
          </a:solidFill>
          <a:ln/>
        </p:spPr>
      </p:sp>
      <p:sp>
        <p:nvSpPr>
          <p:cNvPr id="17" name="Shape 13"/>
          <p:cNvSpPr/>
          <p:nvPr/>
        </p:nvSpPr>
        <p:spPr>
          <a:xfrm>
            <a:off x="7155180" y="3200400"/>
            <a:ext cx="640080" cy="64008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18" name="Image 2" descr="/sessions/funny-inspiring-hawking/mnt/outputs/icons/sh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198" y="334441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82512" y="406908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ជូនដំណឹងគ្រប់ឧបករណ៍ភ្ជាប់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750808" y="37490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962C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9052560" y="28803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4365C"/>
          </a:solidFill>
          <a:ln/>
        </p:spPr>
      </p:sp>
      <p:sp>
        <p:nvSpPr>
          <p:cNvPr id="22" name="Shape 17"/>
          <p:cNvSpPr/>
          <p:nvPr/>
        </p:nvSpPr>
        <p:spPr>
          <a:xfrm>
            <a:off x="9989820" y="3200400"/>
            <a:ext cx="640080" cy="640080"/>
          </a:xfrm>
          <a:prstGeom prst="ellipse">
            <a:avLst/>
          </a:prstGeom>
          <a:solidFill>
            <a:srgbClr val="0485F7"/>
          </a:solidFill>
          <a:ln/>
        </p:spPr>
      </p:sp>
      <p:pic>
        <p:nvPicPr>
          <p:cNvPr id="23" name="Image 3" descr="/sessions/funny-inspiring-hawking/mnt/outputs/icons/smart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838" y="3344418"/>
            <a:ext cx="352044" cy="3520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17152" y="4069080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អេក្រង់ទាំងអស់ធ្វើបច្ចុប្បន្នភាព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C8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  •  ការបង្ហាញលក្ខណៈពិសេសប្រព័ន្ធ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8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សុវត្ថិភាព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ការគ្រប់គ្រងសិទ្ធិចូលប្រើ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10113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ការចូលគណនីសុវត្ថិភាព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10113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បុគ្គលិកចូលគណនីតាមអ៊ីមែល និងពាក្យសម្ងាត់ តាមរយៈប្រព័ន្ធផ្ទៀងផ្ទាត់អត្តសញ្ញាណស្តង់ដារឧស្សាហកម្ម (Supabase Auth)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870759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688336"/>
            <a:ext cx="10113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សម័យចូលប្រើអចិន្ត្រៃយ៍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2999232"/>
            <a:ext cx="10113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ចូលម្តង ប្រើបានលើគ្រប់ផ្ទាំង ដោយសម័យបន្តដោយស្វ័យប្រវត្តិ សូម្បីបិទ/បើកកម្មវិធីរុករកឡើងវិញក៏ដោយ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79476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3" name="Image 2" descr="/sessions/funny-inspiring-hawking/mnt/outputs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3922319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739896"/>
            <a:ext cx="10113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គែមបញ្ជាក់ស្ថានភាព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16736" y="4050792"/>
            <a:ext cx="10113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រាល់តារាងដែលអាចកែប្រែបង្ហាញគែមពណ៌ "ចាក់សោ/ដោះសោ" ជាក់ស្តែង ដើម្បីឲ្យដឹងច្បាស់ថាកំពុងស្ថិតក្នុងស្ថានភាពណា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84632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3" descr="/sessions/funny-inspiring-hawking/mnt/outputs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9" y="4973879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16736" y="4791456"/>
            <a:ext cx="10113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ការការពារទិន្នន័យថ្នាក់មូលដ្ឋាន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16736" y="5102352"/>
            <a:ext cx="101132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គោលការណ៍សុវត្ថិភាពកម្រិតជួរដេក (Row-Level Security) កំណត់ថាអ្នកប្រើប្រាស់ណាមានសិទ្ធិអាន ឬកែប្រែទិន្នន័យណា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  •  ការបង្ហាញលក្ខណៈពិសេសប្រព័ន្ធ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ការនាំចេញ  &amp;  ការជូនដំណឹង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ចែករំលែក និងជូនដំណឹងស្វ័យប្រវត្តិ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sessions/funny-inspiring-hawking/mnt/outputs/icons/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18191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16736" y="1636776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នាំចេញជា PNG/PDF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16736" y="1947672"/>
            <a:ext cx="4626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គ្រប់ឯកសារ (សិស្ស វត្តមាន លិខិតច្បាប់) អាចទាញយកជារូបភាព ឬ PDF ក្នុងចុចតែមួយ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/sessions/funny-inspiring-hawking/mnt/outputs/icons/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2962199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6736" y="2779776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ចែករំលែកតាមឧបករណ៍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16736" y="3090672"/>
            <a:ext cx="4626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នៅលើទូរស័ព្ទ បើកបង្អួចចែករំលែករបស់ប្រព័ន្ធប្រតិបត្តិការដោយផ្ទាល់ (រក្សាទុក ផ្ញើតាម Telegram/Messenger)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75120" y="1874520"/>
            <a:ext cx="566928" cy="566928"/>
          </a:xfrm>
          <a:prstGeom prst="ellipse">
            <a:avLst/>
          </a:prstGeom>
          <a:solidFill>
            <a:srgbClr val="C9962C"/>
          </a:solidFill>
          <a:ln/>
        </p:spPr>
      </p:sp>
      <p:pic>
        <p:nvPicPr>
          <p:cNvPr id="14" name="Image 2" descr="/sessions/funny-inspiring-hawking/mnt/outputs/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679" y="2002079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19202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ការជូនដំណឹងស្វ័យប្រវត្តិរៀងរាល់ថ្ងៃសុក្រ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675120" y="265176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CED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ប្រព័ន្ធពិនិត្យវត្តមានដោយស្វ័យប្រវត្តិលើម៉ាស៊ីនមេ (មិនចាំបាច់មានអ្នកបើកកម្មវិធីរុករក) រៀងរាល់ថ្ងៃសុក្រម៉ោង ២៣:០០ (ម៉ោងកម្ពុជា) ហើយផ្ញើសារសង្ខេបឈ្មោះសិស្សអវត្តមានទៅឆានែល Telegram របស់រដ្ឋបាលដោយស្វ័យប្រវត្តិ។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675120" y="4206240"/>
            <a:ext cx="4709160" cy="1600200"/>
          </a:xfrm>
          <a:prstGeom prst="roundRect">
            <a:avLst>
              <a:gd name="adj" fmla="val 4571"/>
            </a:avLst>
          </a:prstGeom>
          <a:solidFill>
            <a:srgbClr val="24365C"/>
          </a:solidFill>
          <a:ln/>
        </p:spPr>
      </p:sp>
      <p:sp>
        <p:nvSpPr>
          <p:cNvPr id="18" name="Text 13"/>
          <p:cNvSpPr/>
          <p:nvPr/>
        </p:nvSpPr>
        <p:spPr>
          <a:xfrm>
            <a:off x="6858000" y="43434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4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@ppnlsc_permission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858000" y="47091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សេចក្តីជូនដំណឹង៖ អវត្តមានប្រចាំសប្តាហ៍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858000" y="5074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ED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១. សុវណ្ណា ច. — គ្មានច្បាប់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ED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២. ដារ៉ា ស. — មានច្បាប់ (ឈឺ)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  •  ការបង្ហាញលក្ខណៈពិសេសប្រព័ន្ធ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485F7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ស្ថាបត្យកម្ម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បច្ចេកវិទ្យាដែលប្រើប្រាស់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1109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sessions/funny-inspiring-hawking/mnt/outputs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253" y="2024253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53288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2843784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HTML/CSS/JavaScript សុទ្ធ គ្មានស៊ុមការងារធ្ងន់ គ្មានជំហានស្ថាបនា — ដំណើរការលឿន និងងាយថែទាំ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91109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/sessions/funny-inspiring-hawking/mnt/outputs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25" y="2024253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44568" y="253288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Backend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44568" y="2843784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មូលដ្ឋានទិន្នន័យ Postgres + ការផ្ទៀងផ្ទាត់អត្តសញ្ញាណ + Realtime + ការផ្ទុកឯកសារ ក្នុងសេវាតែមួយ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01584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91109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/sessions/funny-inspiring-hawking/mnt/outputs/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197" y="2024253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53288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Engine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21040" y="2843784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ឆានែល Postgres Realtime ជូនដំណឹងគ្រប់ឧបករណ៍ភ្ជាប់ភ្លាមៗគ្រប់ពេលមានការផ្លាស់ប្តូរ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13632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413308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/sessions/funny-inspiring-hawking/mnt/outputs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53" y="4246245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" y="47548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68096" y="5065776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ជូនដំណឹងភ្លាមៗពេលមានពាក្យសុំច្បាប់ថ្មី ព្រមទាំងរបាយការណ៍អវត្តមានប្រចាំសប្តាហ៍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3913632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413308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/sessions/funny-inspiring-hawking/mnt/outputs/icons/file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725" y="4246245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44568" y="47548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html2canvas + jsPDF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44568" y="5065776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បម្លែងឯកសារ HTML ទៅជារូបភាព ឬ PDF ដោយផ្ទាល់នៅលើកម្មវិធីរុករក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01584" y="3913632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524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13308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/sessions/funny-inspiring-hawking/mnt/outputs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197" y="4246245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475488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21040" y="5065776"/>
            <a:ext cx="3081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គោលការណ៍សុវត្ថិភាពកម្រិតជួរដេកការពារទិន្នន័យតាមតួនាទីអ្នកប្រើប្រាស់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  •  ការបង្ហាញលក្ខណៈពិសេសប្រព័ន្ធ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292608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377440"/>
            <a:ext cx="5029200" cy="5029200"/>
          </a:xfrm>
          <a:prstGeom prst="ellipse">
            <a:avLst/>
          </a:prstGeom>
          <a:solidFill>
            <a:srgbClr val="0485F7">
              <a:alpha val="12000"/>
            </a:srgbClr>
          </a:solidFill>
          <a:ln/>
        </p:spPr>
      </p:sp>
      <p:pic>
        <p:nvPicPr>
          <p:cNvPr id="4" name="Image 0" descr="/sessions/funny-inspiring-hawking/mnt/PPNLSC-redeploy-v29 2/logo_ppnl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208" y="11887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146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សូមអរគុណ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CED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សម្រាប់ការចំណាយពេលពិនិត្យប្រព័ន្ធរបស់យើង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B4C8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សំណួរ ឬការស្នើសុំបន្ថែម?  យើងខ្ញុំរីករាយទទួលការពិភាក្សា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4C8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មណ្ឌលនិស្សិតជីវិតថ្មីភ្នំពេញ  •  ការបង្ហាញលក្ខណៈពិសេសប្រព័ន្ធ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C8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2026-07-31T04:08:24Z</dcterms:created>
  <dcterms:modified xsi:type="dcterms:W3CDTF">2026-07-31T04:08:24Z</dcterms:modified>
</cp:coreProperties>
</file>